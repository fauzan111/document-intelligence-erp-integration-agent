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2100000"/>
            <a:ext cx="120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0000" y="1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AI AGENT PORTFOLIO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2350000"/>
            <a:ext cx="106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Document Intelligence &amp; ERP Integration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000" y="4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Invoice extraction, deterministic validation &amp; SAP-shaped ERP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000" y="5350000"/>
            <a:ext cx="10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Fauzan Ejaz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GitHub: fauzan111/Document-Intelligence---ERP-Integration-Agent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An agent that reads invoices and files them.</a:t>
            </a:r>
            <a:r>
              <a:rPr sz="1500" b="0">
                <a:solidFill>
                  <a:srgbClr val="64748B"/>
                </a:solidFill>
                <a:latin typeface="Calibri"/>
              </a:rPr>
              <a:t>  PDF or scan in, clean ERP record out.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Extracts structured data via OCR + LLM.</a:t>
            </a:r>
            <a:r>
              <a:rPr sz="1500" b="0">
                <a:solidFill>
                  <a:srgbClr val="64748B"/>
                </a:solidFill>
                <a:latin typeface="Calibri"/>
              </a:rPr>
              <a:t>  Vendor, VAT id, line items, totals.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Validates against strict business rules.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Deterministic code, not the model.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Pushes clean records into an ERP.</a:t>
            </a:r>
            <a:r>
              <a:rPr sz="1500" b="0">
                <a:solidFill>
                  <a:srgbClr val="64748B"/>
                </a:solidFill>
                <a:latin typeface="Calibri"/>
              </a:rPr>
              <a:t>  Built against SAP's OData API shape.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Sends anything that fails to a human.</a:t>
            </a:r>
            <a:r>
              <a:rPr sz="1500" b="0">
                <a:solidFill>
                  <a:srgbClr val="64748B"/>
                </a:solidFill>
                <a:latin typeface="Calibri"/>
              </a:rPr>
              <a:t>  It never silently guesses.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problem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Back-office invoice entry is manual and error-prone.</a:t>
            </a:r>
            <a:r>
              <a:rPr sz="1500" b="0">
                <a:solidFill>
                  <a:srgbClr val="64748B"/>
                </a:solidFill>
                <a:latin typeface="Calibri"/>
              </a:rPr>
              <a:t>  Slow, costly, inconsistent.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Italian enterprises weigh ERP integration first.</a:t>
            </a:r>
            <a:r>
              <a:rPr sz="1500" b="0">
                <a:solidFill>
                  <a:srgbClr val="64748B"/>
                </a:solidFill>
                <a:latin typeface="Calibri"/>
              </a:rPr>
              <a:t>  Above novel agent features, in vendor selection.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Bad data in the ERP is worse than no automation.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A wrong VAT id or total corrupts finance systems.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Buyers want clean data written into real systems.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 a chatbot that talks about a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Document → OCR / text extraction.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Native-PDF text offline; Tesseract for scans.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LLM structured extraction into a typed schema.</a:t>
            </a:r>
            <a:r>
              <a:rPr sz="1500" b="0">
                <a:solidFill>
                  <a:srgbClr val="64748B"/>
                </a:solidFill>
                <a:latin typeface="Calibri"/>
              </a:rPr>
              <a:t>  Vendor, VAT, line items, subtotal, VAT, total.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Deterministic validation layer.</a:t>
            </a:r>
            <a:r>
              <a:rPr sz="1500" b="0">
                <a:solidFill>
                  <a:srgbClr val="64748B"/>
                </a:solidFill>
                <a:latin typeface="Calibri"/>
              </a:rPr>
              <a:t>  Regex + arithmetic — the trust gate.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Valid → push to the SAP-shaped ERP.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Invalid → human exception queue with the exact failing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LLMs extract, code validates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 LLM only proposes fields.</a:t>
            </a:r>
            <a:r>
              <a:rPr sz="1500" b="0">
                <a:solidFill>
                  <a:srgbClr val="64748B"/>
                </a:solidFill>
                <a:latin typeface="Calibri"/>
              </a:rPr>
              <a:t>  It never decides whether they are correct.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deterministic layer decides trust.</a:t>
            </a:r>
            <a:r>
              <a:rPr sz="1500" b="0">
                <a:solidFill>
                  <a:srgbClr val="64748B"/>
                </a:solidFill>
                <a:latin typeface="Calibri"/>
              </a:rPr>
              <a:t>  Real Italian VAT checksum, line-item math, totals.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Only fully-valid records reach the ERP.</a:t>
            </a:r>
            <a:r>
              <a:rPr sz="1500" b="0">
                <a:solidFill>
                  <a:srgbClr val="64748B"/>
                </a:solidFill>
                <a:latin typeface="Calibri"/>
              </a:rPr>
              <a:t>  The rest go to a human, with the reason.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This exact split is what production teams look for.</a:t>
            </a:r>
            <a:r>
              <a:rPr sz="1500" b="0">
                <a:solidFill>
                  <a:srgbClr val="64748B"/>
                </a:solidFill>
                <a:latin typeface="Calibri"/>
              </a:rPr>
              <a:t>  It is the loud part of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The architectural detail enterprise buyers recognize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Deterministic validation (the star)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Italian Partita IVA checksum.</a:t>
            </a:r>
            <a:r>
              <a:rPr sz="1500" b="0">
                <a:solidFill>
                  <a:srgbClr val="64748B"/>
                </a:solidFill>
                <a:latin typeface="Calibri"/>
              </a:rPr>
              <a:t>  The real Luhn-style check digit, not just a format.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Line-item math: quantity × price = amount.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Totals reconciliation: subtotal + VAT = total.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Required fields and valid ISO dates.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Every rule pinned by an automated test.</a:t>
            </a:r>
            <a:r>
              <a:rPr sz="1500" b="0">
                <a:solidFill>
                  <a:srgbClr val="64748B"/>
                </a:solidFill>
                <a:latin typeface="Calibri"/>
              </a:rPr>
              <a:t>  Same input, same verdict, always.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Real ERP integration &amp;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Adapter built against SAP OData.</a:t>
            </a:r>
            <a:r>
              <a:rPr sz="1500" b="0">
                <a:solidFill>
                  <a:srgbClr val="64748B"/>
                </a:solidFill>
                <a:latin typeface="Calibri"/>
              </a:rPr>
              <a:t>  Real entity set, field names, and auth shape.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Idempotent push.</a:t>
            </a:r>
            <a:r>
              <a:rPr sz="1500" b="0">
                <a:solidFill>
                  <a:srgbClr val="64748B"/>
                </a:solidFill>
                <a:latin typeface="Calibri"/>
              </a:rPr>
              <a:t>  Business-key dedupe; a retry never double-posts.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Human exception queue.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Correct a field and re-file — re-validated by the same rules.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Failures stay visible and recoverable.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Nothing is silently dropped.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Independent code review hardened the logic.</a:t>
            </a:r>
            <a:r>
              <a:rPr sz="1500" b="0">
                <a:solidFill>
                  <a:srgbClr val="64748B"/>
                </a:solidFill>
                <a:latin typeface="Calibri"/>
              </a:rPr>
              <a:t>  Real issues found and fixed before 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Engineering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Stack: FastAPI · LangGraph · pypdf · SQLAlchemy · Celery.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Docker + GitHub Actions CI/CD, Render blueprint ready.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Runs offline with no keys.</a:t>
            </a:r>
            <a:r>
              <a:rPr sz="1500" b="0">
                <a:solidFill>
                  <a:srgbClr val="64748B"/>
                </a:solidFill>
                <a:latin typeface="Calibri"/>
              </a:rPr>
              <a:t>  pypdf + regex extractor + mock SAP for instant demos.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25 automated tests, continuous integration green.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Multi-tenant with a full audit trail.</a:t>
            </a:r>
            <a:r>
              <a:rPr sz="1500" b="0">
                <a:solidFill>
                  <a:srgbClr val="64748B"/>
                </a:solidFill>
                <a:latin typeface="Calibri"/>
              </a:rPr>
              <a:t>  EU AI Act / GDPR posture.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this helps in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Speaks the exact language enterprise buyers use.</a:t>
            </a:r>
            <a:r>
              <a:rPr sz="1500" b="0">
                <a:solidFill>
                  <a:srgbClr val="64748B"/>
                </a:solidFill>
                <a:latin typeface="Calibri"/>
              </a:rPr>
              <a:t>  Clean data written into ERP-shaped systems.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Proves the 'LLMs extract, code validates' discipline.</a:t>
            </a:r>
            <a:r>
              <a:rPr sz="1500" b="0">
                <a:solidFill>
                  <a:srgbClr val="64748B"/>
                </a:solidFill>
                <a:latin typeface="Calibri"/>
              </a:rPr>
              <a:t>  The pattern production teams demand.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Shows real integration and data-correctness skill.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 just prompting.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Maps directly to target roles.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AI Engineer · Enterprise Integrations · Applied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The most enterprise-aligned project in the portfolio.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3 · Document Intelligence &amp; ERP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